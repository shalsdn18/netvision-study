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FastAPI 기반 REST API 네트워크 카메라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웹 프레임워크 → REST API → DB → 네트워크 장비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/>
            </a:pPr>
            <a:r>
              <a:t>Python 웹 프레임워크 FastAPI를 이용한 REST API 구현</a:t>
            </a:r>
          </a:p>
          <a:p>
            <a:pPr>
              <a:spcAft>
                <a:spcPts val="1400"/>
              </a:spcAft>
              <a:defRPr sz="2100"/>
            </a:pPr>
            <a:r>
              <a:t>SQLite + SQLAlchemy 기반 카메라 정보 관리</a:t>
            </a:r>
          </a:p>
          <a:p>
            <a:pPr>
              <a:spcAft>
                <a:spcPts val="1400"/>
              </a:spcAft>
              <a:defRPr sz="2100"/>
            </a:pPr>
            <a:r>
              <a:t>Swagger UI를 통한 API 호출 및 결과 검증</a:t>
            </a:r>
          </a:p>
          <a:p>
            <a:pPr>
              <a:spcAft>
                <a:spcPts val="1400"/>
              </a:spcAft>
              <a:defRPr sz="2100"/>
            </a:pPr>
            <a:r>
              <a:t>ICMP Ping / TCP Port Check를 통한 네트워크 상태 테스트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웹 프레임워크와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웹 프레임워크: HTTP 요청을 받아 로직을 수행하고 응답을 반환하는 서버 개발 도구</a:t>
            </a:r>
          </a:p>
          <a:p>
            <a:pPr>
              <a:spcAft>
                <a:spcPts val="1400"/>
              </a:spcAft>
              <a:defRPr sz="2000"/>
            </a:pPr>
            <a:r>
              <a:t>FastAPI: Python 기반 웹 프레임워크</a:t>
            </a:r>
          </a:p>
          <a:p>
            <a:pPr>
              <a:spcAft>
                <a:spcPts val="1400"/>
              </a:spcAft>
              <a:defRPr sz="2000"/>
            </a:pPr>
            <a:r>
              <a:t>REST API: HTTP 메서드와 URL을 이용해 자원(Resource)을 조작하는 인터페이스</a:t>
            </a:r>
          </a:p>
          <a:p>
            <a:pPr>
              <a:spcAft>
                <a:spcPts val="1400"/>
              </a:spcAft>
              <a:defRPr sz="2000"/>
            </a:pPr>
            <a:r>
              <a:t>JSON: 클라이언트와 서버가 데이터를 주고받는 대표적인 형식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전체 시스템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Swagger /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2286000"/>
            <a:ext cx="210312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HTTP /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2103120"/>
            <a:ext cx="219456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FastAPI</a:t>
            </a:r>
            <a:br/>
            <a:r>
              <a:t>REST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280160"/>
            <a:ext cx="219456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SQLite</a:t>
            </a:r>
            <a:br/>
            <a:r>
              <a:t>SQLAlchemy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3657600"/>
            <a:ext cx="219456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/>
            </a:pPr>
            <a:r>
              <a:t>Network Camera</a:t>
            </a:r>
            <a:br/>
            <a:r>
              <a:t>IP / RTSP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046720" y="1828800"/>
            <a:ext cx="8229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2926080"/>
            <a:ext cx="822960" cy="1188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핵심: FastAPI가 REST 요청을 받아 DB 조회/수정 또는 네트워크 상태 점검을 수행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REST API 설계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800">
                <a:latin typeface="Consolas"/>
              </a:defRPr>
            </a:pPr>
            <a:r>
              <a:t>GET     /cameras</a:t>
            </a:r>
            <a:br/>
            <a:r>
              <a:t>POST    /cameras</a:t>
            </a:r>
            <a:br/>
            <a:r>
              <a:t>GET     /cameras/{camera_id}</a:t>
            </a:r>
            <a:br/>
            <a:r>
              <a:t>PUT     /cameras/{camera_id}</a:t>
            </a:r>
            <a:br/>
            <a:r>
              <a:t>DELETE  /cameras/{camera_id}</a:t>
            </a:r>
            <a:br/>
            <a:br/>
            <a:r>
              <a:t>GET     /cameras/{camera_id}/ping</a:t>
            </a:r>
            <a:br/>
            <a:r>
              <a:t>GET     /cameras/{camera_id}/port-check?port=554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CRUD API + 네트워크 상태 점검 API로 확장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카메라 데이터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297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800">
                <a:latin typeface="Consolas"/>
              </a:defRPr>
            </a:pPr>
            <a:r>
              <a:t>Camera</a:t>
            </a:r>
            <a:br/>
            <a:r>
              <a:t> ├─ id       : Integer (PK)</a:t>
            </a:r>
            <a:br/>
            <a:r>
              <a:t> ├─ name     : String</a:t>
            </a:r>
            <a:br/>
            <a:r>
              <a:t> └─ ip       : String</a:t>
            </a:r>
            <a:br/>
            <a:br/>
            <a:r>
              <a:t>SQLite</a:t>
            </a:r>
            <a:br/>
            <a:r>
              <a:t>   ↓</a:t>
            </a:r>
            <a:br/>
            <a:r>
              <a:t>SQLAlchemy ORM</a:t>
            </a:r>
            <a:br/>
            <a:r>
              <a:t>   ↓</a:t>
            </a:r>
            <a:br/>
            <a:r>
              <a:t>FastAPI response_model</a:t>
            </a:r>
            <a:br/>
            <a:r>
              <a:t>   ↓</a:t>
            </a:r>
            <a:br/>
            <a:r>
              <a:t>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DB와 API 응답 구조를 분리하여 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CRUD 동작 예시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800">
                <a:latin typeface="Consolas"/>
              </a:defRPr>
            </a:pPr>
            <a:r>
              <a:t>POST /cameras</a:t>
            </a:r>
            <a:br/>
            <a:br/>
            <a:r>
              <a:t>{</a:t>
            </a:r>
            <a:br/>
            <a:r>
              <a:t>  "name": "CAM001",</a:t>
            </a:r>
            <a:br/>
            <a:r>
              <a:t>  "ip": "192.168.1.2"</a:t>
            </a:r>
            <a:br/>
            <a:r>
              <a:t>}</a:t>
            </a:r>
            <a:br/>
            <a:br/>
            <a:r>
              <a:t>        ↓</a:t>
            </a:r>
            <a:br/>
            <a:br/>
            <a:r>
              <a:t>{</a:t>
            </a:r>
            <a:br/>
            <a:r>
              <a:t>  "id": 1,</a:t>
            </a:r>
            <a:br/>
            <a:r>
              <a:t>  "name": "CAM001",</a:t>
            </a:r>
            <a:br/>
            <a:r>
              <a:t>  "ip": "192.168.1.2"</a:t>
            </a:r>
            <a:br/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Swagger에서 요청을 직접 입력하고 JSON 응답을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네트워크 Ping 테스트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206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800">
                <a:latin typeface="Consolas"/>
              </a:defRPr>
            </a:pPr>
            <a:r>
              <a:t>GET /cameras/1/ping</a:t>
            </a:r>
            <a:br/>
            <a:br/>
            <a:r>
              <a:t>FastAPI</a:t>
            </a:r>
            <a:br/>
            <a:r>
              <a:t>   ↓</a:t>
            </a:r>
            <a:br/>
            <a:r>
              <a:t>Windows ping 명령 실행</a:t>
            </a:r>
            <a:br/>
            <a:r>
              <a:t>   ↓</a:t>
            </a:r>
            <a:br/>
            <a:r>
              <a:t>192.168.1.2</a:t>
            </a:r>
            <a:br/>
            <a:r>
              <a:t>   ↓</a:t>
            </a:r>
            <a:br/>
            <a:r>
              <a:t>reachable: true /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실제 카메라 IP: 192.168.1.2 → reachable: false</a:t>
            </a:r>
          </a:p>
          <a:p>
            <a:pPr>
              <a:spcAft>
                <a:spcPts val="1400"/>
              </a:spcAft>
              <a:defRPr sz="1600"/>
            </a:pPr>
            <a:r>
              <a:t>테스트 게이트웨이: 192.168.3.1 → reachable: true</a:t>
            </a:r>
          </a:p>
          <a:p>
            <a:pPr>
              <a:spcAft>
                <a:spcPts val="1400"/>
              </a:spcAft>
              <a:defRPr sz="1600"/>
            </a:pPr>
            <a:r>
              <a:t>네트워크 경로 차이에 따른 성공/실패를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TCP Port Check 테스트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800">
                <a:latin typeface="Consolas"/>
              </a:defRPr>
            </a:pPr>
            <a:r>
              <a:t>GET /cameras/1/port-check?port=554</a:t>
            </a:r>
            <a:br/>
            <a:br/>
            <a:r>
              <a:t>FastAPI</a:t>
            </a:r>
            <a:br/>
            <a:r>
              <a:t>   ↓</a:t>
            </a:r>
            <a:br/>
            <a:r>
              <a:t>TCP Socket</a:t>
            </a:r>
            <a:br/>
            <a:r>
              <a:t>   ↓</a:t>
            </a:r>
            <a:br/>
            <a:r>
              <a:t>192.168.1.2 : 554</a:t>
            </a:r>
            <a:br/>
            <a:r>
              <a:t>   ↓</a:t>
            </a:r>
            <a:br/>
            <a:r>
              <a:t>open: true /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40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/>
            </a:pPr>
            <a:r>
              <a:t>554번 포트는 RTSP 스트리밍에서 일반적으로 사용하는 포트</a:t>
            </a:r>
          </a:p>
          <a:p>
            <a:pPr>
              <a:spcAft>
                <a:spcPts val="1400"/>
              </a:spcAft>
              <a:defRPr sz="1600"/>
            </a:pPr>
            <a:r>
              <a:t>현재 환경에서는 open: false 확인</a:t>
            </a:r>
          </a:p>
          <a:p>
            <a:pPr>
              <a:spcAft>
                <a:spcPts val="1400"/>
              </a:spcAft>
              <a:defRPr sz="1600"/>
            </a:pPr>
            <a:r>
              <a:t>Ping과 Port Check는 서로 다른 계층의 연결성을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테스트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/>
            </a:pPr>
            <a:r>
              <a:t>GET /cameras → 200 OK, 카메라 목록 조회 성공</a:t>
            </a:r>
          </a:p>
          <a:p>
            <a:pPr>
              <a:spcAft>
                <a:spcPts val="1400"/>
              </a:spcAft>
              <a:defRPr sz="1900"/>
            </a:pPr>
            <a:r>
              <a:t>GET /cameras/2/ping → 192.168.3.1, reachable: true</a:t>
            </a:r>
          </a:p>
          <a:p>
            <a:pPr>
              <a:spcAft>
                <a:spcPts val="1400"/>
              </a:spcAft>
              <a:defRPr sz="1900"/>
            </a:pPr>
            <a:r>
              <a:t>GET /cameras/1/ping → 192.168.1.2, reachable: false</a:t>
            </a:r>
          </a:p>
          <a:p>
            <a:pPr>
              <a:spcAft>
                <a:spcPts val="1400"/>
              </a:spcAft>
              <a:defRPr sz="1900"/>
            </a:pPr>
            <a:r>
              <a:t>GET /cameras/1/port-check?port=554 → open: false</a:t>
            </a:r>
          </a:p>
          <a:p>
            <a:pPr>
              <a:spcAft>
                <a:spcPts val="1400"/>
              </a:spcAft>
              <a:defRPr sz="1900"/>
            </a:pPr>
            <a:r>
              <a:t>API 자체는 정상 동작하며, 실제 카메라 연결 여부는 네트워크 경로에 의해 결정됨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발표 데모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/>
            </a:pPr>
            <a:r>
              <a:t>① FastAPI 서버 실행: uvicorn main:app --reload</a:t>
            </a:r>
          </a:p>
          <a:p>
            <a:pPr>
              <a:spcAft>
                <a:spcPts val="1400"/>
              </a:spcAft>
              <a:defRPr sz="1700"/>
            </a:pPr>
            <a:r>
              <a:t>② Swagger 접속: http://127.0.0.1:8000/docs</a:t>
            </a:r>
          </a:p>
          <a:p>
            <a:pPr>
              <a:spcAft>
                <a:spcPts val="1400"/>
              </a:spcAft>
              <a:defRPr sz="1700"/>
            </a:pPr>
            <a:r>
              <a:t>③ GET /cameras로 등록 데이터 확인</a:t>
            </a:r>
          </a:p>
          <a:p>
            <a:pPr>
              <a:spcAft>
                <a:spcPts val="1400"/>
              </a:spcAft>
              <a:defRPr sz="1700"/>
            </a:pPr>
            <a:r>
              <a:t>④ POST /cameras로 카메라 등록</a:t>
            </a:r>
          </a:p>
          <a:p>
            <a:pPr>
              <a:spcAft>
                <a:spcPts val="1400"/>
              </a:spcAft>
              <a:defRPr sz="1700"/>
            </a:pPr>
            <a:r>
              <a:t>⑤ GET /cameras/{id}로 조회</a:t>
            </a:r>
          </a:p>
          <a:p>
            <a:pPr>
              <a:spcAft>
                <a:spcPts val="1400"/>
              </a:spcAft>
              <a:defRPr sz="1700"/>
            </a:pPr>
            <a:r>
              <a:t>⑥ GET /cameras/{id}/ping으로 네트워크 상태 확인</a:t>
            </a:r>
          </a:p>
          <a:p>
            <a:pPr>
              <a:spcAft>
                <a:spcPts val="1400"/>
              </a:spcAft>
              <a:defRPr sz="1700"/>
            </a:pPr>
            <a:r>
              <a:t>⑦ GET /cameras/{id}/port-check?port=554로 RTSP 포트 확인</a:t>
            </a:r>
          </a:p>
          <a:p>
            <a:pPr>
              <a:spcAft>
                <a:spcPts val="1400"/>
              </a:spcAft>
              <a:defRPr sz="1700"/>
            </a:pPr>
            <a:r>
              <a:t>⑧ 성공/실패 결과를 비교하며 네트워크 구조 설명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핵심 코드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1069848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  <a:defRPr sz="1500">
                <a:latin typeface="Consolas"/>
              </a:defRPr>
            </a:pPr>
            <a:r>
              <a:t>result = subprocess.run(</a:t>
            </a:r>
            <a:br/>
            <a:r>
              <a:t>    ["ping", "-n", "1", "-w", "1000", camera.ip],</a:t>
            </a:r>
            <a:br/>
            <a:r>
              <a:t>    capture_output=True,</a:t>
            </a:r>
            <a:br/>
            <a:r>
              <a:t>    text=True,</a:t>
            </a:r>
            <a:br/>
            <a:r>
              <a:t>)</a:t>
            </a:r>
            <a:br/>
            <a:br/>
            <a:r>
              <a:t>reachable = result.returncode == 0</a:t>
            </a:r>
            <a:br/>
            <a:br/>
            <a:br/>
            <a:r>
              <a:t>with socket.socket(socket.AF_INET, socket.SOCK_STREAM) as sock:</a:t>
            </a:r>
            <a:br/>
            <a:r>
              <a:t>    sock.settimeout(2.0)</a:t>
            </a:r>
            <a:br/>
            <a:r>
              <a:t>    result = sock.connect_ex((camera.ip, port))</a:t>
            </a:r>
            <a:br/>
            <a:r>
              <a:t>    is_open = result ==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FastAPI라는 Python 웹 프레임워크를 사용해 실제 REST API 서버를 구현</a:t>
            </a:r>
          </a:p>
          <a:p>
            <a:pPr>
              <a:spcAft>
                <a:spcPts val="1400"/>
              </a:spcAft>
              <a:defRPr sz="2000"/>
            </a:pPr>
            <a:r>
              <a:t>CRUD를 통해 카메라 데이터를 관리하고 JSON으로 송수신</a:t>
            </a:r>
          </a:p>
          <a:p>
            <a:pPr>
              <a:spcAft>
                <a:spcPts val="1400"/>
              </a:spcAft>
              <a:defRPr sz="2000"/>
            </a:pPr>
            <a:r>
              <a:t>Ping과 TCP Port Check를 추가하여 네트워크 장비 관제 형태로 확장</a:t>
            </a:r>
          </a:p>
          <a:p>
            <a:pPr>
              <a:spcAft>
                <a:spcPts val="1400"/>
              </a:spcAft>
              <a:defRPr sz="2000"/>
            </a:pPr>
            <a:r>
              <a:t>Swagger UI에서 정상/비정상 케이스를 직접 테스트</a:t>
            </a:r>
          </a:p>
          <a:p>
            <a:pPr>
              <a:spcAft>
                <a:spcPts val="1400"/>
              </a:spcAft>
              <a:defRPr sz="2000"/>
            </a:pPr>
            <a:r>
              <a:t>현재 단계: 웹 프레임워크 + REST API + DB + 네트워크 연동 실습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